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doc_id 필터 없음</c:v>
                </c:pt>
              </c:strCache>
            </c:strRef>
          </c:tx>
          <c:spPr>
            <a:solidFill>
              <a:srgbClr val="B6BFCC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hit@1</c:v>
                  </c:pt>
                  <c:pt idx="1">
                    <c:v>hit@3</c:v>
                  </c:pt>
                  <c:pt idx="2">
                    <c:v>MRR × 100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89</c:v>
                </c:pt>
                <c:pt idx="2">
                  <c:v>73.8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doc_id 필터 있음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hit@1</c:v>
                  </c:pt>
                  <c:pt idx="1">
                    <c:v>hit@3</c:v>
                  </c:pt>
                  <c:pt idx="2">
                    <c:v>MRR × 100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</c:v>
                </c:pt>
                <c:pt idx="1">
                  <c:v>93</c:v>
                </c:pt>
                <c:pt idx="2">
                  <c:v>92.4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S02 발표 이후 2주 동안 한 일을 정리했습니다. 숫자 세 개가 오늘의 요약입니다. 검색 정확도, abstain, 그리고 그래프 구현입니다.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2주를 네 시점으로 나눴습니다. 모든 결정은 측정 결과를 근거로 했고, 결정 기록 파일에 날짜와 관련 조항을 같이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데이터를 두 배로 늘렸습니다. 새로 넣은 11건은 기존에 없던 실패 유형입니다. 섹션 우선 분할은 문서가 두 배가 되어도 모든 크기에서 100%를 유지했습니다. 문서는 LLM으로 생성했고 검증은 결정적 검사로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LLM을 붙이기 전에 검색만 따로 채점했습니다. 핵심은 글자가 아니라 원문 좌표로 비교한다는 점입니다. 그래서 다른 환자 문서의 같은 약은 자동으로 오답이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필터 하나로 hit@1이 65에서 91퍼센트로 올랐습니다. 같은 약이 여러 환자 문서에 있어서 다른 환자 조각이 1위를 차지하고 있었습니다. 에이전트는 한 문서씩 처리하므로 이 필터는 실제 상황을 반영한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필터 후에도 남은 4건을 진단했더니 전부 어느 섹션을 봤느냐의 문제였습니다. 그래서 검색 파라미터가 아니라 분기 규칙 세 개로 정리했고, 이게 그래프 노드가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강의에서 배운 대로 threshold를 측정으로 정해봤습니다. 문서에 없는 약은 잘 걸러지지만, 약은 적혀 있는데 용량만 없는 경우는 정답 분포 안에 파묻혀서 0개를 막았습니다.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추출 후에 원문을 직접 보는 검사를 만들었습니다. 정답 46개는 모두 통과하고 용량 없는 7개는 모두 막았습니다. 테이퍼처럼 용량이 여러 개인 경우도 막으려고 정확히 1개라는 조건을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14를 읽고 출력 설계 원칙을 정했습니다. 감독하라고 쓰는 것만으로는 감독이 일어나지 않습니다. 확인이 쉬워야 사람이 확인합니다. 그래서 모든 출력에 원문 위치를 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State는 노드들이 같이 쓰는 메모장입니다. 오른쪽 네 가지가 설계하면서 고민한 지점입니다. 특히 섹션 인덱스와 시도 횟수를 분리해야 그래프가 언제 멈출지 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노드는 여덟 개를 구현했고 하나는 다음 세션으로 미뤘습니다. 각 노드의 존재 이유는 지난 2주 측정 결과와 연결되어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엣지는 실선이 항상 이동, 점선이 조건부입니다. 분기는 retrieve 뒤와 verify 뒤 두 곳입니다. 가장 중요한 구분은 not_found와 no_dose입니다. 둘 다 용량을 못 찾은 것처럼 보이지만 하나는 다른 칸으로, 하나는 그 자리에서 멈춥니다.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짜기 전에 세 문서로 경로를 손으로 따라갔습니다. doc_08은 검색 결과가 두 가지로 나올 수 있는데 어느 쪽이든 같은 결과에 도착합니다.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doc_08 경로를 따라가다가 의문이 생겼습니다. 두 경로가 같은 곳에 도착한다면 threshold는 지금 무슨 일을 하는가. 확인해 보니 정규식 추출에서는 verify와 역할이 겹치고, 오히려 거리가 먼 정답 4개를 버립니다. 다만 추출을 LLM으로 바꾸면 의미가 생길 수 있어서, 지우지 않고 설정값으로 빼서 켜고 끄는 비교로 결정하겠습니다.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그래프는 구현했고 실제 임베딩으로 측정하는 단계입니다. threshold는 지금 구조에서 효과가 겹쳐서 on/off 비교로 남길지 정합니다. 다음은 추출을 LLM으로 바꾸는 S04입니다.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발표  ·  S02 발표 이후 진행 상황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10578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있을 때만 답하는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퇴원약 추출 에이전트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3101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2배 확장  ·  검색 채점  ·  두 종류의 “근거 없음”  ·  Art. 14 반영  ·  LangGraph 설계와 구축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977640"/>
            <a:ext cx="3503066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410565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1위 정확도 (hit@1)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361688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65% → 91%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818888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doc_id 필터 하나로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4314" y="3977640"/>
            <a:ext cx="3503066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45482" y="410565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미기재 차단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45482" y="4361688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0/7 → 7/7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45482" y="4818888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→ 내용 검사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21701" y="3977640"/>
            <a:ext cx="3503066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2869" y="4105656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22869" y="4361688"/>
            <a:ext cx="31007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8 · 분기 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22869" y="4818888"/>
            <a:ext cx="3100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 · 실측 진행 중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2918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 이후 2주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S02: 섹션 우선 분할로 입원·퇴원 목록이 섞이지 않게 만든 데까지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01368" y="1828800"/>
            <a:ext cx="0" cy="3429000"/>
          </a:xfrm>
          <a:prstGeom prst="line">
            <a:avLst/>
          </a:prstGeom>
          <a:noFill/>
          <a:ln w="25400">
            <a:solidFill>
              <a:srgbClr val="D6DD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0784" y="1938528"/>
            <a:ext cx="201168" cy="201168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18562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67128" y="1783080"/>
            <a:ext cx="9457639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68296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S02 발표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68296" y="2167128"/>
            <a:ext cx="9046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우선 분할 · 원문 위치 보존 · Hybrid 검색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00784" y="2834640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275234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67128" y="2679192"/>
            <a:ext cx="9457639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68296" y="2770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검색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368296" y="3063240"/>
            <a:ext cx="9046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10→21건 확장 · 정답 46개로 검색 채점 · 실패 4건 진단 · threshold 실험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700784" y="3730752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36484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09-29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67128" y="3575304"/>
            <a:ext cx="9457639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68296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368296" y="3959352"/>
            <a:ext cx="9046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 Art. 14 (인간 감독) → evidence_span 출력 원칙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700784" y="4626864"/>
            <a:ext cx="201168" cy="20116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5445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10-04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67128" y="4471416"/>
            <a:ext cx="9457639" cy="713232"/>
          </a:xfrm>
          <a:prstGeom prst="roundRect">
            <a:avLst>
              <a:gd name="adj" fmla="val 8974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68296" y="4562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 · 그래프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2368296" y="4855464"/>
            <a:ext cx="90461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패턴 검사 · LangGraph State / Node / Edge 설계 · 구축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56235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" y="56235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원칙은 그대로: 측정한 숫자만 결정의 근거로 쓰고, 결정은 날짜와 조항을 붙여 design-decisions.md 에 남긴다.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600200" y="329184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데이터 10건 → 21건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10건에 없던 실패 유형 11개를 추가 · 정답 키를 먼저 쓰고 check_fixtures.py 로 검증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210312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81965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0756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→ 21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52928" y="1691640"/>
            <a:ext cx="210312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54096" y="181965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(찾아야 할 값)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054096" y="20756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→ 46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138928" y="1691640"/>
            <a:ext cx="210312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0096" y="1819656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 대상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40096" y="207568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→ 15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66928" y="3017520"/>
            <a:ext cx="6675120" cy="2743200"/>
          </a:xfrm>
          <a:prstGeom prst="roundRect">
            <a:avLst>
              <a:gd name="adj" fmla="val 2333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3163824"/>
            <a:ext cx="6272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추가한 실패 유형 (doc_11 ~ 21)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" y="34564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773936" y="3456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"PRN pain" 조건 유지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68096" y="3822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테이퍼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773936" y="3822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mg → 20 mg → 중단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염 변경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773936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tartrate → succinate XL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4553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773936" y="4553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 metformin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68096" y="4919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773936" y="49194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0.075 mg = 75 mcg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" y="52852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투여 경로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773936" y="52852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 · INH · sliding scale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014216" y="345643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방해 약물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20056" y="345643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알레르기 · 입원 중 IV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014216" y="382219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 → PO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020056" y="3822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경과기록 IV 5 mg vs 퇴원 50 mg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01421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중복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20056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Tylenol = acetaminophen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014216" y="45537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없음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020056" y="4553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"Resume all home medications"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014216" y="4919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020056" y="49194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+ 중단 + 용량 없음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516368" y="1691640"/>
            <a:ext cx="4108399" cy="4069080"/>
          </a:xfrm>
          <a:prstGeom prst="roundRect">
            <a:avLst>
              <a:gd name="adj" fmla="val 1573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17536" y="1837944"/>
            <a:ext cx="37060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배가 돼도 분할 결과 유지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717536" y="2148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449056" y="2148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226296" y="2148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0094976" y="21488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826496" y="21488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섞임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17536" y="2441448"/>
            <a:ext cx="3706063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17536" y="2514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449056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426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9226296" y="2514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0094976" y="25146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10826496" y="2514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717536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449056" y="2898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388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9226296" y="289864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10094976" y="2898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0826496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7717536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8449056" y="32826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378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9226296" y="32826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0094976" y="32826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10826496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7717536" y="4023360"/>
            <a:ext cx="370606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우연히 고른 숫자였다면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바뀔 때 흔들렸을 것.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크기와 무관하게 100% 라는 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자르는 방식 자체가 맞다는 뜻.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66928" y="589788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68096" y="589788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문서는 LLM 으로 생성하고, 정답과의 일치는 결정적 검사(문자열 · 위치)로 검증했다. 실제 환자 데이터는 없다.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59152" y="32918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검색만 따로 채점한다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= ① 근거 조각을 찾고 ② 읽고 답한다. ① 이 틀리면 ② 는 반드시 틀린다.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5669280" cy="4023360"/>
          </a:xfrm>
          <a:prstGeom prst="roundRect">
            <a:avLst>
              <a:gd name="adj" fmla="val 1591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837944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방법 — 글자가 아니라 좌표를 비교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121408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46개 각각에 질문 생성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"What is the discharge dose of {약 이름}?"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문구의 원문 좌표 [a0, a1] 계산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doc_03 lisinopril → [2172, 2196]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돌아온 조각 중 좌표를 통째로 품은 첫 조각의 순위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다른 환자의 metoprolol 은 좌표가 달라 자동 오답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채점 없음 → 돌릴 때마다 같은 숫자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10528" y="1691640"/>
            <a:ext cx="5114239" cy="196596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1801368"/>
            <a:ext cx="4785055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rank_of(results, doc_id, a0, a1):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d in enumerate(results, 1):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d.metadata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(m["doc_id"] == doc_id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and m["char_start"] &lt;= a0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and a1 &lt;= m["char_end"]):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          # 못 찾음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10528" y="3840480"/>
            <a:ext cx="5114239" cy="1874520"/>
          </a:xfrm>
          <a:prstGeom prst="roundRect">
            <a:avLst>
              <a:gd name="adj" fmla="val 3415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11696" y="3986784"/>
            <a:ext cx="47119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세 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11696" y="4224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717536" y="42245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11696" y="4517136"/>
            <a:ext cx="4711903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11696" y="4590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hit@1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17536" y="4590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1위가 정답인 비율 · LLM 에 1개만 줄 때 상한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711696" y="49194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hit@3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717536" y="49194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 안에 든 비율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11696" y="524865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MRR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17536" y="524865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1/순위 평균 · 1위=1, 3위=0.33, 못 찾음=0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59152" y="32918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검색기는 어느 환자 문서를 읽는지 몰랐다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46 · Hybrid (Dense + BM25) · 결과 5개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66928" y="16459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876288" y="1645920"/>
            <a:ext cx="4748479" cy="1874520"/>
          </a:xfrm>
          <a:prstGeom prst="roundRect">
            <a:avLst>
              <a:gd name="adj" fmla="val 3415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077456" y="1792224"/>
            <a:ext cx="4346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일이 있었나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77456" y="2066544"/>
            <a:ext cx="43461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metoprolol 은 21명 중 4명의 문서에 있음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doc_18 의 정답 조각은 3위 — 다른 환자 조각이 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 없이 1위를 놓친 16개 중 13개가 3위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12개가 다른 환자에게 1위를 뺏기고 있었음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76288" y="3703320"/>
            <a:ext cx="4748479" cy="1965960"/>
          </a:xfrm>
          <a:prstGeom prst="roundRect">
            <a:avLst>
              <a:gd name="adj" fmla="val 3256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077456" y="3849624"/>
            <a:ext cx="4346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필터는 반칙이 아니다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4123944"/>
            <a:ext cx="434614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에이전트는 퇴원 요약지 한 장씩 처리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어느 문서인지 처음부터 알고 있음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65% 는 대조군: 필터를 잊으면 잃는 양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의료에서는 점수보다 "남의 환자 약" 이 문제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방식: 상위 결과에서 다른 환자 조각을 빼고 순위를 다시 매김. 에이전트에서는 검색 쿼리 자체에 필터를 건다.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359152" y="32918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켜고도 남은 4건 — 전부 "어느 칸을 봤는가" 문제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순위가 아니라 섹션 선택의 문제 → 검색 설정이 아니라 분기 규칙으로 풀어야 한다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1691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16916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1691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올라온 섹션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6916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1984248"/>
            <a:ext cx="11057839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prednisone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944368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858768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Medications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칸에 "See discharge instructions." 뿐 · 값은 안내문 산문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2514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albuterol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944368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Medications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76288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위와 동일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2971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doc_19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481328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losartan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944368" y="29718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385876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Medications on Admission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76288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문서의 입원 목록이 퇴원 목록을 밀어냄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doc_10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481328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digoxin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944368" y="34290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858768" y="3429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Instructions → Medications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76288" y="3429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안내문 산문이 퇴원 목록을 이김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4160520"/>
            <a:ext cx="3503066" cy="1325880"/>
          </a:xfrm>
          <a:prstGeom prst="roundRect">
            <a:avLst>
              <a:gd name="adj" fmla="val 4828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8096" y="4297680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8096" y="4590288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Discharge Medications 부터 찾는다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" y="513892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doc_10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44314" y="4160520"/>
            <a:ext cx="3503066" cy="1325880"/>
          </a:xfrm>
          <a:prstGeom prst="roundRect">
            <a:avLst>
              <a:gd name="adj" fmla="val 4828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45482" y="4297680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45482" y="4590288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칸에 약이 없으면 Discharge Instructions 로 넘어간다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45482" y="513892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doc_08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121701" y="4160520"/>
            <a:ext cx="3503066" cy="1325880"/>
          </a:xfrm>
          <a:prstGeom prst="roundRect">
            <a:avLst>
              <a:gd name="adj" fmla="val 4828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22869" y="4297680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3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322869" y="4590288"/>
            <a:ext cx="31007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Medications on Admission 은 근거로 쓰지 않는다 (비교용만)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322869" y="5138928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doc_19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571500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8096" y="571500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규칙이 LangGraph 의 route_intent · retrieve · fallback_section 노드가 된다.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80944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threshold 는 "용량 없음" 을 못 본다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방식대로 측정: 그룹별 1위 조각의 거리 분포 (doc_id 필터 적용 · 작을수록 가까움)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45920"/>
            <a:ext cx="7040880" cy="283464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근거 있음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286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n=46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19933" y="2066544"/>
            <a:ext cx="3511296" cy="21945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9540" y="2112264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2670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 문서에 없는 약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29443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n=42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4451" y="2724912"/>
            <a:ext cx="2633472" cy="219456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22970" y="277063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33284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 있는데 용량 없음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" y="36027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22192" y="3383280"/>
            <a:ext cx="1667866" cy="219456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2569" y="342900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1828800"/>
            <a:ext cx="0" cy="2103120"/>
          </a:xfrm>
          <a:prstGeom prst="line">
            <a:avLst/>
          </a:prstGeom>
          <a:noFill/>
          <a:ln w="15875">
            <a:solidFill>
              <a:srgbClr val="14213D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212080" y="3931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547872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425696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181344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36408" y="1645920"/>
            <a:ext cx="3788359" cy="283464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37576" y="1792224"/>
            <a:ext cx="33860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기준선별 결과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37576" y="2057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951976" y="20574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유지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49256" y="2057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차단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37576" y="2350008"/>
            <a:ext cx="3386023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37576" y="2423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951976" y="2423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39/46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049256" y="2423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40/42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037576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51976" y="2788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42/46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10049256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36/42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8037576" y="3154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0.75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951976" y="3154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44/46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049256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27/42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037576" y="3657600"/>
            <a:ext cx="33860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차단 @0.70:  0/7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66928" y="4663440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8096" y="4800600"/>
            <a:ext cx="106555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(엉뚱한 조각): 약 이름이 안 맞아 거리가 멀어짐 → threshold 로 대부분 걸러짐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(맞는 조각, 빈 값): "2. Gabapentin - continue home regimen" — 조각은 정확히 맞다. 없는 건 조각이 아니라 용량이다.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거리는 "이 조각이 관련 있나" 만 잰다. "필요한 값이 그 안에 있나" 는 재지 않는다.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80944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직접 보는 검사로 막는다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뒤에 원문을 다시 열어 "약 이름이 있는 줄에 숫자+단위가 정확히 1개인가" 를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5760720" cy="18288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01368"/>
            <a:ext cx="543153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DOSE_RE = r"\d+(\.\d+)?\s*(mg|mcg|g|mL|units?|puffs?|mEq)"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약 이름이 든 줄에서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용량 0개   → no_dose         → abstain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용량 2개+  → multiple_doses  → abstain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용량 1개   → 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3703320"/>
            <a:ext cx="5760720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849624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"정확히 1개" 가 중요한 이유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" y="4114800"/>
            <a:ext cx="5358384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42245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Prednisone 40 mg PO daily for 3 days, then 20 mg …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4709160"/>
            <a:ext cx="5358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"있냐 없냐" 만 보면 통과 → 40 mg 를 답으로 냄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테이퍼는 단일 용량이 아니다 → multiple_doses 로 abstain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01968" y="1691640"/>
            <a:ext cx="2423160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3136" y="1819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통과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07568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46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253288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멀쩡한 답은 안 막음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08008" y="1691640"/>
            <a:ext cx="2416759" cy="1143000"/>
          </a:xfrm>
          <a:prstGeom prst="roundRect">
            <a:avLst>
              <a:gd name="adj" fmla="val 56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9176" y="1819656"/>
            <a:ext cx="20144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미기재 차단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409176" y="2075688"/>
            <a:ext cx="2014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7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409176" y="2532888"/>
            <a:ext cx="20144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no_dose 6 · multiple 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01968" y="3017520"/>
            <a:ext cx="5022799" cy="2651760"/>
          </a:xfrm>
          <a:prstGeom prst="roundRect">
            <a:avLst>
              <a:gd name="adj" fmla="val 2414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163824"/>
            <a:ext cx="46204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종류의 "근거 없음", 두 개의 방어선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03136" y="34290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631936" y="34290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094976" y="3429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03136" y="3721608"/>
            <a:ext cx="4620463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03136" y="3794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조각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631936" y="3794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threshold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094976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전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803136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조각, 빈 값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631936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패턴 검사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0094976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 후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803136" y="4846320"/>
            <a:ext cx="4620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줄 단위 검사 · C 표본 7개 · 합성 데이터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로 0/7 이던 것을 내용 검사로 7/7 막았다. abstain 판정은 검색이 아니라 verify 뒤에서 한다.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88536" y="329184"/>
            <a:ext cx="5486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Art. 14 인간 감독 → 출력 설계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시스템은 고위험이 아니라고 분류 → 의무가 아니라 자발적 적용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5486400" cy="2148840"/>
          </a:xfrm>
          <a:prstGeom prst="roundRect">
            <a:avLst>
              <a:gd name="adj" fmla="val 297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837944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14(4) 에서 고른 두 가지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121408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(b)  automation bias — 출력에 자동으로·과도하게 의존하는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경향을 감독자가 계속 인지하도록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특히 "사람의 결정을 위한 정보를 주는" 시스템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(c)  출력을 올바르게 해석할 수 있을 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27648" y="1691640"/>
            <a:ext cx="5297119" cy="2148840"/>
          </a:xfrm>
          <a:prstGeom prst="roundRect">
            <a:avLst>
              <a:gd name="adj" fmla="val 297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1837944"/>
            <a:ext cx="48947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에이전트의 모양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2121408"/>
            <a:ext cx="48947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처방하지 않는다. 값만 보여준다.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행동하는 건 간호사 → (b) 가 지목하는 바로 그 형태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99번 맞으면 100번째는 확인하지 않게 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023360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3308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A:  Lisinopril  5 mg  daily</a:t>
            </a:r>
            <a:endParaRPr lang="en-US" sz="10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B:  Lisinopril  5 mg  daily   [근거: 2172~2196, Discharge Medications]  ← 클릭하면 원문 그 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02920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를 확인하려면 2천 자 원문을 처음부터 다시 읽어야 함 → 아무도 안 함.   B 는 3초면 대조 가능 → 확인이 일어남.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없으면 값을 채우지 않고 abstain → 그 칸에서는 사람이 반드시 원문을 보게 됨.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결정: 모든 출력에 evidence_span 포함. 한계: 확인을 쉽게 할 뿐 강제하지는 않는다.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10328" y="32918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① State — 노드들이 돌려 쓰는 공용 메모장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한 노드가 쓴 값을 다른 노드가 읽어야 하면 State 에 있어야 한다. 계산으로 나오는 값은 넣지 않는다.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6309360" cy="4069080"/>
          </a:xfrm>
          <a:prstGeom prst="roundRect">
            <a:avLst>
              <a:gd name="adj" fmla="val 1124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1801368"/>
            <a:ext cx="5980176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doc_id: str              # 입력: 어느 환자 문서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            # 입력: 질문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doc_text: str            # load_document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med_name: str            # route_intent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section_plan: list[str]  # route_intent: 찾을 칸 순서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section_idx: int         # 지금 몇 번째 칸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chunks: list             # retrieve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candidate: Optional[dict]# extract: 용량·빈도·위치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verdict: str             # verify_evidence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attempts: int            # 같은 칸 재시도 횟수 (최대 2)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admission: Optional[dict]# compare_admission (예정)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result: Optional[dict]   # emit_result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abstain_reason: Optional[str]  # abstain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trace: Annotated[list[str], operator.add]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150608" y="1691640"/>
            <a:ext cx="447415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51776" y="1801368"/>
            <a:ext cx="40718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section_idx  vs  attempts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51776" y="2093976"/>
            <a:ext cx="4071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찾을지 vs 몇 번 다시 할지. 칸을 옮기면 attempts 는 0 으로. 없으면 그래프가 멈출 때를 모름.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150608" y="2724912"/>
            <a:ext cx="447415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51776" y="2834640"/>
            <a:ext cx="40718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doc_text 를 통째로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3127248"/>
            <a:ext cx="4071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 가 "모델이 말한 위치" 를 원문에서 직접 열어 대조해야 하므로.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150608" y="3758184"/>
            <a:ext cx="447415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51776" y="3867912"/>
            <a:ext cx="40718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 만 operator.add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4160520"/>
            <a:ext cx="4071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덮어쓰기. 이어 붙이기로 바꿔 경로가 쌓임 → 이후 Art. 12 로깅.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150608" y="4791456"/>
            <a:ext cx="4474159" cy="914400"/>
          </a:xfrm>
          <a:prstGeom prst="roundRect">
            <a:avLst>
              <a:gd name="adj" fmla="val 7000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51776" y="4901184"/>
            <a:ext cx="40718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admission 은 dict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5193792"/>
            <a:ext cx="40718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보여주는 값엔 근거 위치를 붙인다 (Art. 14). 입원 용량도 예외 없음.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10328" y="32918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② Node — 노드마다 "읽는 것 · 쓰는 것 · 존재 이유"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State 필드에 쓰는 노드와 읽는 노드가 있는지 확인함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16459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164592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것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459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것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150608" y="1645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16459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1938528"/>
            <a:ext cx="11057839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01168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load_document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32888" y="201168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doc_id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27448" y="201168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doc_text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01168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로드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01168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 의 위치 대조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244144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route_intent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532888" y="244144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27448" y="244144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med_name, plan, idx=0, att=0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44144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이름 · 칸 순서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390888" y="244144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실패 4건 (09-22)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287121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532888" y="287121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doc_id, med, plan[idx]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27448" y="287121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150608" y="287121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doc_id+섹션 필터 (+거리)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90888" y="287121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→ 91% (09-22)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30098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fallback_section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330098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section_idx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27448" y="330098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idx+1, attempts=0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50608" y="330098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칸으로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390888" y="330098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373075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532888" y="373075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chunks, med_name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727448" y="3730752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candidate, attempts+1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150608" y="3730752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용량·빈도·위치 추출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390888" y="3730752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정규식 → S04 LLM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66928" y="41605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verify_evidence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2532888" y="416052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candidate, doc_text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727448" y="4160520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verdict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150608" y="4160520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대조 + 용량 검사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390888" y="4160520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7/7 차단 (10-04)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459028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emit_result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2532888" y="459028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candidate, admission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727448" y="459028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150608" y="4590288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+ evidence_span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390888" y="4590288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Art. 14 (09-29)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5020056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abstain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2532888" y="502005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verdict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727448" y="5020056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abstain_reason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150608" y="5020056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이유와 함께 종료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9390888" y="5020056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금지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54498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compare_admission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2532888" y="544982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doc_text, med_name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4727448" y="5449824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admission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7150608" y="5449824"/>
            <a:ext cx="2194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입원 용량 비교용 조회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390888" y="5449824"/>
            <a:ext cx="2240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구현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노드는 State 를 받아 "바꾼 필드만" 돌려준다. extract 는 오늘 정규식 임시 버전이고 자리는 그대로 두고 LLM 으로 교체한다.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10328" y="32918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③ Edge — 분기는 두 곳뿐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= 항상 이동 · 점선 = 조건부 (State 를 보고 고름)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15875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load_document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3942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15875">
            <a:solidFill>
              <a:srgbClr val="D6D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63942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0956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DDF0E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60956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7971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15875">
            <a:solidFill>
              <a:srgbClr val="D6DD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7971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54985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DDF0E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54985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verify_evidence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1999" y="196596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5F7FA"/>
          </a:solidFill>
          <a:ln w="15875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1999" y="196596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emit_result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15819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53312" y="1819656"/>
            <a:ext cx="0" cy="146304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39696" y="2231136"/>
            <a:ext cx="32424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36710" y="2231136"/>
            <a:ext cx="32424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30739" y="2231136"/>
            <a:ext cx="32424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33724" y="2231136"/>
            <a:ext cx="32424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27753" y="2231136"/>
            <a:ext cx="324246" cy="0"/>
          </a:xfrm>
          <a:prstGeom prst="line">
            <a:avLst/>
          </a:prstGeom>
          <a:noFill/>
          <a:ln w="19050">
            <a:solidFill>
              <a:srgbClr val="15803D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933724" y="1956816"/>
            <a:ext cx="324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있음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9727753" y="1956816"/>
            <a:ext cx="324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566465" y="1691640"/>
            <a:ext cx="0" cy="27432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19259" y="1691640"/>
            <a:ext cx="1147206" cy="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419259" y="1691640"/>
            <a:ext cx="0" cy="274320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440851" y="14173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span_mismatch · attempts &lt; 2  (같은 칸 재시도)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360956" y="34290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FF7E6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60956" y="342900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fallback_section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54985" y="34290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FDECEA"/>
          </a:solidFill>
          <a:ln w="15875">
            <a:solidFill>
              <a:srgbClr val="D6DD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54985" y="342900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abstain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051999" y="342900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838383" y="2496312"/>
            <a:ext cx="0" cy="978408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727753" y="3694176"/>
            <a:ext cx="827166" cy="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863876" y="2496312"/>
            <a:ext cx="0" cy="932688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30804" y="2496312"/>
            <a:ext cx="0" cy="932688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headEnd type="triangle"/>
          </a:ln>
        </p:spPr>
      </p:sp>
      <p:sp>
        <p:nvSpPr>
          <p:cNvPr id="46" name="Text 44"/>
          <p:cNvSpPr txBox="1"/>
          <p:nvPr/>
        </p:nvSpPr>
        <p:spPr>
          <a:xfrm>
            <a:off x="3492276" y="26334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0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다음 칸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270553" y="2496312"/>
            <a:ext cx="0" cy="932688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9343705" y="2587752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no_dose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multiple_doses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429305" y="2496312"/>
            <a:ext cx="0" cy="68580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208044" y="3182112"/>
            <a:ext cx="222126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6208044" y="3182112"/>
            <a:ext cx="0" cy="512064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933724" y="3694176"/>
            <a:ext cx="274320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headEnd type="triangle"/>
          </a:ln>
        </p:spPr>
      </p:sp>
      <p:sp>
        <p:nvSpPr>
          <p:cNvPr id="53" name="Text 51"/>
          <p:cNvSpPr txBox="1"/>
          <p:nvPr/>
        </p:nvSpPr>
        <p:spPr>
          <a:xfrm>
            <a:off x="6299484" y="2935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not_found + 다음 칸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6166531" y="4069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 → abstain : 조각 0 + 마지막 칸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66928" y="4617720"/>
            <a:ext cx="5391760" cy="1097280"/>
          </a:xfrm>
          <a:prstGeom prst="roundRect">
            <a:avLst>
              <a:gd name="adj" fmla="val 5833"/>
            </a:avLst>
          </a:prstGeom>
          <a:solidFill>
            <a:srgbClr val="FFF7E6"/>
          </a:solidFill>
          <a:ln w="12700">
            <a:solidFill>
              <a:srgbClr val="F2C48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68096" y="470916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not_found  →  다른 칸으로</a:t>
            </a:r>
            <a:endParaRPr lang="en-US" sz="1150" dirty="0"/>
          </a:p>
        </p:txBody>
      </p:sp>
      <p:sp>
        <p:nvSpPr>
          <p:cNvPr id="57" name="Text 55"/>
          <p:cNvSpPr txBox="1"/>
          <p:nvPr/>
        </p:nvSpPr>
        <p:spPr>
          <a:xfrm>
            <a:off x="768096" y="5029200"/>
            <a:ext cx="498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이름이 그 칸에 없음. 다른 칸에 있을 수 있다. (doc_08)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233008" y="4617720"/>
            <a:ext cx="5391760" cy="1097280"/>
          </a:xfrm>
          <a:prstGeom prst="roundRect">
            <a:avLst>
              <a:gd name="adj" fmla="val 5833"/>
            </a:avLst>
          </a:prstGeom>
          <a:solidFill>
            <a:srgbClr val="FDECEA"/>
          </a:solidFill>
          <a:ln w="12700">
            <a:solidFill>
              <a:srgbClr val="F4B4A6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34176" y="470916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no_dose  →  그 자리에서 abstain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6434176" y="5029200"/>
            <a:ext cx="498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약은 있는데 용량이 비어 있음. 다른 칸의 숫자를 주워 오면 위험. (doc_05)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겉보기에 같은 "용량을 못 찾음" 을 원인에 따라 반대로 처리한다. 그 구분을 verify 가 한다.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10328" y="32918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전에 손으로 경로를 따라가 검증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 모두 맞는 끝에 도착해야 설계가 맞다 → 그대로 테스트 케이스 3개가 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3503066" cy="3977640"/>
          </a:xfrm>
          <a:prstGeom prst="roundRect">
            <a:avLst>
              <a:gd name="adj" fmla="val 182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82880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doc_03  lisinopril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121408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514600"/>
            <a:ext cx="3173882" cy="2971800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2624328"/>
            <a:ext cx="284469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load_document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route_intent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     DM · 조각 있음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      "Lisinopril 5 mg PO DAILY"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       ok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emit_result   5 mg [2172~2196]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344314" y="1691640"/>
            <a:ext cx="3503066" cy="3977640"/>
          </a:xfrm>
          <a:prstGeom prst="roundRect">
            <a:avLst>
              <a:gd name="adj" fmla="val 182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5482" y="182880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doc_05  gabapentin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5482" y="2121408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없음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08906" y="2514600"/>
            <a:ext cx="3173882" cy="2971800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3498" y="2624328"/>
            <a:ext cx="284469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load_document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route_intent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     DM · 조각 있음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      "Gabapentin - continue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home regimen"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       no_dose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abstain       다른 칸으로 가지 않음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8121701" y="1691640"/>
            <a:ext cx="3503066" cy="3977640"/>
          </a:xfrm>
          <a:prstGeom prst="roundRect">
            <a:avLst>
              <a:gd name="adj" fmla="val 182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2869" y="1828800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doc_08  prednisone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22869" y="2121408"/>
            <a:ext cx="31007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칸이 포인터뿐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86293" y="2514600"/>
            <a:ext cx="3173882" cy="2971800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0885" y="2624328"/>
            <a:ext cx="284469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→ load_document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route_intent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(가) retrieve DM · 조각 0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fallback_section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(나) retrieve DM · 조각 1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extract → verify not_found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fallback_section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둘 다: retrieve DI → extract</a:t>
            </a:r>
            <a:endParaRPr lang="en-US" sz="920" dirty="0"/>
          </a:p>
          <a:p>
            <a:pPr indent="0" marL="0">
              <a:lnSpc>
                <a:spcPts val="1334"/>
              </a:lnSpc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verify ok → emit_result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 은 retrieve 결과가 어느 쪽이든 같은 곳에 도착한다 → 거리 기준값에 따라 결과가 흔들리지 않는 설계.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10328" y="329184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경로를 따라가다 생긴 질문 — threshold 가 정말 필요한가?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122529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 의 (가)·(나) 가 같은 곳에 도착한다면, 거리 기준선은 지금 무슨 일을 하고 있나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1691640"/>
            <a:ext cx="6400800" cy="3154680"/>
          </a:xfrm>
          <a:prstGeom prst="roundRect">
            <a:avLst>
              <a:gd name="adj" fmla="val 2029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1837944"/>
            <a:ext cx="5998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구조에서 확인한 것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121408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doc_08 에서는 하는 일이 없다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2450592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(가) 조각 0 → fallback   /   (나) 조각 1 → verify not_found → fallback. 결과가 같다.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017520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정규식 extract 는 지어내지 않는다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346704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이름이 없는 줄에서는 아무것도 안 뽑음 → verify 가 이미 다 거름 → 역할이 겹친다.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68096" y="3913632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오히려 정답을 버린다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242816"/>
            <a:ext cx="5998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46개 중 4개는 거리 0.73~0.82 → 0.70 에서 탈락 → 정답 조각을 두고 다른 칸을 뒤진다.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42048" y="1691640"/>
            <a:ext cx="4382719" cy="3154680"/>
          </a:xfrm>
          <a:prstGeom prst="roundRect">
            <a:avLst>
              <a:gd name="adj" fmla="val 2029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43216" y="1837944"/>
            <a:ext cx="39803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지우지 않는 이유 — S04 이후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43216" y="2121408"/>
            <a:ext cx="3980383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 가 LLM 으로 바뀌면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엉뚱한 조각을 받고도 값을 지어낼 수 있음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verify 앞의 방어선 하나 더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조각이 없으면 LLM 호출 자체를 생략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비용 · 시간 절감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섹션이 길어져 조각이 여러 개가 되면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조각을 미리 제거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02920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1E293B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38928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build_graph(vectorstore, threshold=0.70)   # 켜기</a:t>
            </a:r>
            <a:endParaRPr lang="en-US" sz="900" dirty="0"/>
          </a:p>
          <a:p>
            <a:pPr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build_graph(vectorstore, threshold=None)   # 끄기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236208" y="5029200"/>
            <a:ext cx="53885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결정: 설정값으로 분리 → 정답 46 + 용량 없음 7 로 on/off 비교 → LLM 이후 재측정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585216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585216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넣은 이유를 기억하고, 그 이유가 아직 유효한지 다시 묻는다. 장치는 측정으로 남기거나 뺀다.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발표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600200" y="32918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359152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980944" y="3291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Abstain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88536" y="32918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10328" y="3291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8F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0" y="32918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291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74980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현황 · 열린 질문 · 다음 단계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566928" y="1371600"/>
            <a:ext cx="3503066" cy="4206240"/>
          </a:xfrm>
          <a:prstGeom prst="roundRect">
            <a:avLst>
              <a:gd name="adj" fmla="val 1827"/>
            </a:avLst>
          </a:prstGeom>
          <a:solidFill>
            <a:srgbClr val="E8F4F3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151790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1828800"/>
            <a:ext cx="310073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agents/state.py — AgentState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agents/nodes.py — 노드 8개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agents/graph.py — 엣지 · 조건부 2개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agents/evaluate.py — 46 + 7 전체 채점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임베딩으로 실행 흐름 확인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4314" y="1371600"/>
            <a:ext cx="3503066" cy="4206240"/>
          </a:xfrm>
          <a:prstGeom prst="roundRect">
            <a:avLst>
              <a:gd name="adj" fmla="val 182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5482" y="151790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41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질문 (측정 예정)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45482" y="1828800"/>
            <a:ext cx="310073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0.70 을 남길 것인가  (14장)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 / off 로 46 + 7 비교 후 결정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LLM extract 이후 재측정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doc_08 은 실제로 (가)·(나) 중 어느 쪽인가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실측 시 trace 로 확인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21701" y="1371600"/>
            <a:ext cx="3503066" cy="4206240"/>
          </a:xfrm>
          <a:prstGeom prst="roundRect">
            <a:avLst>
              <a:gd name="adj" fmla="val 1827"/>
            </a:avLst>
          </a:prstGeom>
          <a:solidFill>
            <a:srgbClr val="F5F7FA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2869" y="1517904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22869" y="1828800"/>
            <a:ext cx="310073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임베딩으로 그래프 실측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S04 · extract 를 LLM 으로 교체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compare_admission · 용량 변경 표시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용량 단위 정규화 (0.075 mg = 75 mcg)</a:t>
            </a:r>
            <a:endParaRPr lang="en-US" sz="10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규정: 한국 AI 기본법 34조 · Art. 15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760720"/>
            <a:ext cx="11057839" cy="493776"/>
          </a:xfrm>
          <a:prstGeom prst="roundRect">
            <a:avLst>
              <a:gd name="adj" fmla="val 12963"/>
            </a:avLst>
          </a:prstGeom>
          <a:solidFill>
            <a:srgbClr val="EEF6F7"/>
          </a:solidFill>
          <a:ln w="12700">
            <a:solidFill>
              <a:srgbClr val="D6DD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" y="5760720"/>
            <a:ext cx="106555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결론: "근거 없음" 은 한 종류가 아니다. 원인별로 다른 방어선을 두고, 넣은 장치는 측정으로 남기거나 뺀다.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4373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Medical Extraction Agent  ·  Session 03  ·  중간 발표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710367" y="6437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03 중간 발표</dc:title>
  <dc:subject>PptxGenJS Presentation</dc:subject>
  <dc:creator>PptxGenJS</dc:creator>
  <cp:lastModifiedBy>PptxGenJS</cp:lastModifiedBy>
  <cp:revision>1</cp:revision>
  <dcterms:created xsi:type="dcterms:W3CDTF">2026-10-04T10:41:05Z</dcterms:created>
  <dcterms:modified xsi:type="dcterms:W3CDTF">2026-10-04T10:41:05Z</dcterms:modified>
</cp:coreProperties>
</file>