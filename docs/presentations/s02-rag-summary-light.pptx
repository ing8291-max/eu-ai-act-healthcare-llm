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57276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572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문서 RAG 구축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11680"/>
            <a:ext cx="110578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경계를 지키는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퇴원요약 검색 파이프라인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4564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퇴원요약 10건  ·  섹션 우선 분할  ·  원문 위치 보존  ·  Hybrid 검색 (Dense + BM25)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041648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404164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성공 기준 달성  /  정답 청크 1위 · 원문 위치 일치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02  ·  RAG 구축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9184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587752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209544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목표와 성공 기준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넣으면 근거 청크가 원문 위치와 함께 나와야 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73736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17373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709928" y="19202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 + 원문 위치 반환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09928" y="22402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doc[char_start:char_end] 로 잘랐을 때 청크와 같은 글자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344607" y="17373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816352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" y="281635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09928" y="29992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달린 답변 생성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33192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연결 · 출처 표시 프롬프트 (노트북 5_1 섹션 5)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344607" y="281635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895344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89534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709928" y="40782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없으면 모른다고 답함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709928" y="43982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수준 흉내 → S06 에서 정식 구현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344607" y="3895344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1663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51663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잃으면 이후의 근거 검증(evidence_span)이 구조적으로 불가능하다. 그래서 최소 기준이 원문 위치다.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02  ·  RAG 구축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188720" y="329184"/>
            <a:ext cx="722376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329184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587752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209544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퇴원요약 10건과 정답 21개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MIMIC-IV-Note 형식 · 개인정보는 ___ · 정답을 먼저 정하고 문서를 작성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45920"/>
            <a:ext cx="6675120" cy="3977640"/>
          </a:xfrm>
          <a:prstGeom prst="roundRect">
            <a:avLst>
              <a:gd name="adj" fmla="val 1609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1792224"/>
            <a:ext cx="6272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구성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0848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02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801368" y="20848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64408" y="20848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추출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" y="2514600"/>
            <a:ext cx="6455664" cy="402336"/>
          </a:xfrm>
          <a:prstGeom prst="roundRect">
            <a:avLst>
              <a:gd name="adj" fmla="val 11364"/>
            </a:avLst>
          </a:prstGeom>
          <a:solidFill>
            <a:srgbClr val="E8F4F3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" y="25603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04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801368" y="25603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변경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25603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목록에 옛날 용량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" y="2990088"/>
            <a:ext cx="6455664" cy="402336"/>
          </a:xfrm>
          <a:prstGeom prst="roundRect">
            <a:avLst>
              <a:gd name="adj" fmla="val 11364"/>
            </a:avLst>
          </a:prstGeom>
          <a:solidFill>
            <a:srgbClr val="E8F4F3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30358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06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801368" y="3035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없음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64408" y="30358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지어내지 말고 거부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5112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801368" y="3511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중단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264408" y="35112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끊은 약을 빼기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" y="39867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801368" y="39867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서술형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264408" y="39867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속에서 찾기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95528" y="44622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801368" y="4462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혼용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64408" y="44622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q.d. / twice daily / QHS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" y="4892040"/>
            <a:ext cx="6455664" cy="402336"/>
          </a:xfrm>
          <a:prstGeom prst="roundRect">
            <a:avLst>
              <a:gd name="adj" fmla="val 11364"/>
            </a:avLst>
          </a:prstGeom>
          <a:solidFill>
            <a:srgbClr val="E8F4F3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528" y="49377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801368" y="4937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264408" y="49377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변경 + 용량 없음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516368" y="1645920"/>
            <a:ext cx="4108399" cy="3977640"/>
          </a:xfrm>
          <a:prstGeom prst="roundRect">
            <a:avLst>
              <a:gd name="adj" fmla="val 1609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17536" y="1792224"/>
            <a:ext cx="37060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스크립트 check_fixtures.py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717536" y="2084832"/>
            <a:ext cx="3706063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문자열이 문서에 정확히 한 번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올바른 섹션 안에 위치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 대상에 숫자가 어디에도 없음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중단된 약이 퇴원 목록에 없음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자리표시가 ___ 인지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실행에서 01·02번 실패 발견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입원·퇴원 목록이 글자까지 같아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정답 위치가 두 곳이었음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입원 목록을 소문자 표기로 수정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580644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8096" y="580644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10건 전부 통과 — 정답마다 기대 원문 위치(evidence_span)를 함께 출력한다.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02  ·  RAG 구축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329184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965960" y="329184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6596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587752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209544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수로 자르면 입원·퇴원 목록이 섞인다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21개로 chunk_size 를 채점 — 임베딩·LLM 없이 문자열 검사만 사용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45920"/>
            <a:ext cx="6035040" cy="384048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1792224"/>
            <a:ext cx="5632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분할기 결과 (overlap 50)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1031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chunk_size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2103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21031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포함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47488" y="21031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섞임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24505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304288" y="24505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630168" y="24505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47488" y="24505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29626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304288" y="29626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630168" y="29626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47488" y="29626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95528" y="3474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450 ~ 500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304288" y="34747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630168" y="3474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47488" y="3474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95528" y="3986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700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304288" y="39867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630168" y="39867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047488" y="39867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38%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95528" y="44988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2304288" y="44988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630168" y="44988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047488" y="44988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38%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876288" y="1645920"/>
            <a:ext cx="4748479" cy="384048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77456" y="1792224"/>
            <a:ext cx="4346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문제인가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77456" y="2103120"/>
            <a:ext cx="4346143" cy="13716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42048" y="2212848"/>
            <a:ext cx="401695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Medications on Admission: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lisinopril 10 mg PO daily   ← 옛날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Discharge Medications: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Lisinopril 5 mg PO DAILY    ← 정답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077456" y="3657600"/>
            <a:ext cx="434614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 자르면 두 목록이 한 청크로 합쳐짐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LLM이 10mg / 5mg 사이에서 헷갈림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자르면 섹션 제목이 떨어져 나감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어느 목록의 용량인지 알 수 없음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566928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8096" y="566928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바꿔서는 해결되지 않는다. 처음 권했던 450 도 정답 청크의 90% 가 섞이는 값이었다.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02  ·  RAG 구축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329184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87752" y="329184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87752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09544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제목에서 먼저 자른다  —  split_by_section()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 문서에서는 “어느 섹션에 적혀 있느냐” 가 곧 정답이다.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91640"/>
            <a:ext cx="2395728" cy="713232"/>
          </a:xfrm>
          <a:prstGeom prst="roundRect">
            <a:avLst>
              <a:gd name="adj" fmla="val 10256"/>
            </a:avLst>
          </a:prstGeom>
          <a:solidFill>
            <a:srgbClr val="DDF0E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1691640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위치 찾기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18470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46704" y="1691640"/>
            <a:ext cx="2395728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46704" y="1691640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제목~다음 제목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하나로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779008" y="18470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395728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1691640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섹션만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수로 재분할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558784" y="184708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06256" y="1691640"/>
            <a:ext cx="2395728" cy="713232"/>
          </a:xfrm>
          <a:prstGeom prst="roundRect">
            <a:avLst>
              <a:gd name="adj" fmla="val 10256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06256" y="1691640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잘린 조각에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다시 붙이기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2670048"/>
            <a:ext cx="6217920" cy="2331720"/>
          </a:xfrm>
          <a:prstGeom prst="roundRect">
            <a:avLst>
              <a:gd name="adj" fmla="val 1961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2779776"/>
            <a:ext cx="588873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HEADER_RE = re.compile(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r"^([A-Z][A-Za-z /]+):\s*$", re.M)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섹션 기준 위치 → 문서 전체 위치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start + piece.metadata["start_index"]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s + len(piece.page_content)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= {"doc_id", "section",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"char_start": s, "char_end": e}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059168" y="2670048"/>
            <a:ext cx="4565599" cy="2331720"/>
          </a:xfrm>
          <a:prstGeom prst="roundRect">
            <a:avLst>
              <a:gd name="adj" fmla="val 2745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60336" y="2816352"/>
            <a:ext cx="41632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지표로 다시 채점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87768" y="31272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161727" y="31272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87768" y="35478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포함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161727" y="3547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287768" y="39684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섞임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161727" y="39684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287768" y="43891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위치 일치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0161727" y="43891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 = 800 선택 — 가장 긴 섹션(715자)이 통째로 들어가 10자·37자 같은 꼬리 조각이 생기지 않음. 검색 기준 최적화는 아직 안 함 → S07 에서 MRR 로 재검토.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576072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8096" y="576072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청크마다 section 꼬리표가 붙어 검색 시 filter={"section": "Discharge Medications"} 로 거를 수 있다.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02  ·  RAG 구축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329184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587752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9544" y="329184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9544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파이프라인 구성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66928" y="1417320"/>
            <a:ext cx="2395728" cy="749808"/>
          </a:xfrm>
          <a:prstGeom prst="roundRect">
            <a:avLst>
              <a:gd name="adj" fmla="val 9756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417320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문서 10건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1591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46704" y="1417320"/>
            <a:ext cx="2395728" cy="749808"/>
          </a:xfrm>
          <a:prstGeom prst="roundRect">
            <a:avLst>
              <a:gd name="adj" fmla="val 9756"/>
            </a:avLst>
          </a:prstGeom>
          <a:solidFill>
            <a:srgbClr val="DDF0E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46704" y="1417320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split_by_section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 청크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779008" y="1591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395728" cy="749808"/>
          </a:xfrm>
          <a:prstGeom prst="roundRect">
            <a:avLst>
              <a:gd name="adj" fmla="val 9756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1417320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Qwen3-Embedding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58784" y="1591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06256" y="1417320"/>
            <a:ext cx="2395728" cy="749808"/>
          </a:xfrm>
          <a:prstGeom prst="roundRect">
            <a:avLst>
              <a:gd name="adj" fmla="val 9756"/>
            </a:avLst>
          </a:prstGeom>
          <a:solidFill>
            <a:srgbClr val="DDF0E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06256" y="1417320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EnsembleRetriever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RRF 결합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2395728"/>
            <a:ext cx="2395728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239572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(키워드)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577072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함께 결합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246120"/>
            <a:ext cx="5989320" cy="2697480"/>
          </a:xfrm>
          <a:prstGeom prst="roundRect">
            <a:avLst>
              <a:gd name="adj" fmla="val 2373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3392424"/>
            <a:ext cx="5586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1 · BM25 기본 분할이 약 이름을 못 찾음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" y="367588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기본값은 띄어쓰기로만 단어를 나눔 (text.split)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“lisinopril?” ≠ 문서 “Lisinopril”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대소문자·구두점 때문에 1~3위에 03번 문서 없음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8096" y="4663440"/>
            <a:ext cx="5586984" cy="1078992"/>
          </a:xfrm>
          <a:prstGeom prst="roundRect">
            <a:avLst>
              <a:gd name="adj" fmla="val 4237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4773168"/>
            <a:ext cx="5257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 = lambda t: re.findall(r"[a-z0-9.]+", t.lower())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BM25Retriever.from_documents(chunks, k=5,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preprocess_func=tokenize)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30568" y="3246120"/>
            <a:ext cx="4794199" cy="2697480"/>
          </a:xfrm>
          <a:prstGeom prst="roundRect">
            <a:avLst>
              <a:gd name="adj" fmla="val 2373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31736" y="3392424"/>
            <a:ext cx="4391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2 · 빈 청크로 인한 ValueError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031736" y="3675888"/>
            <a:ext cx="4391863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Embeddings to be non-empty … got []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상대 경로 data/synthetic 을 못 찾음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glob 은 폴더가 없어도 에러 없이 빈 결과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chunks = [] 인 채로 Chroma 에 저장 시도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예방: Chroma 전에 assert chunks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셀 재실행 시 청크 중복 가능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vectorstore.delete_collection() 후 재생성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02  ·  RAG 구축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329184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587752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329184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 —  “What is the discharge dose of lisinopril?”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1325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1325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doc_id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395728" y="1325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1325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char_start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1325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1645920"/>
            <a:ext cx="11057839" cy="457200"/>
          </a:xfrm>
          <a:prstGeom prst="roundRect">
            <a:avLst>
              <a:gd name="adj" fmla="val 14000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395728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Discharge Medications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문서 · 정답 섹션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2212848"/>
            <a:ext cx="11057839" cy="457200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2212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doc_09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395728" y="2212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Discharge Medications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21808" y="22128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2212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환자의 퇴원 목록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2779776"/>
            <a:ext cx="11057839" cy="457200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27797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27797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doc_10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395728" y="27797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Discharge Instructions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321808" y="27797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2473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19088" y="27797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환자의 퇴원 안내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3474720"/>
            <a:ext cx="5760720" cy="2194560"/>
          </a:xfrm>
          <a:prstGeom prst="roundRect">
            <a:avLst>
              <a:gd name="adj" fmla="val 291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" y="3621024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청크 = 정답 청크 확인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8096" y="3886200"/>
            <a:ext cx="5358384" cy="109728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2688" y="3995928"/>
            <a:ext cx="5029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Discharge Medications:          2146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Lisinopril 5 mg PO DAILY     2172 ~ 2196  ✓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Furosemide 40 mg PO DAILY    2200 ~ 2225  ✓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Metoprolol Tartrate 25 mg …  2229 ~ 2261  ✓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68096" y="5120640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3개의 기대 위치가 모두 청크 범위 [2146, 2261] 안에 있음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01968" y="3474720"/>
            <a:ext cx="5022799" cy="2194560"/>
          </a:xfrm>
          <a:prstGeom prst="roundRect">
            <a:avLst>
              <a:gd name="adj" fmla="val 291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03136" y="3621024"/>
            <a:ext cx="46204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03136" y="3886200"/>
            <a:ext cx="462046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목록(10mg)이 상위 3개에 들어오지 않음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섹션 분할이 의도대로 동작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2·3위는 다른 환자의 문서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질문에 환자 지정이 없었기 때문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실제 사용은 문서 하나 안에서 검색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filter={"doc_id": "doc_03"}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6928" y="58521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68096" y="58521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1개로 확인한 결과다. 03·04·10 번과 나머지 정답에 대한 채점은 아직 하지 않았다.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02  ·  RAG 구축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329184"/>
            <a:ext cx="722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587752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09544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32918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19472" y="329184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9472" y="329184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결정과 다음 단계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66928" y="1325880"/>
            <a:ext cx="11057839" cy="2148840"/>
          </a:xfrm>
          <a:prstGeom prst="roundRect">
            <a:avLst>
              <a:gd name="adj" fmla="val 2979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1472184"/>
            <a:ext cx="10655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design-decisions.md 에 남길 결정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Art. 10(2)(c)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350008" y="1783080"/>
            <a:ext cx="9046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우선 분할. 일반 분할(size≥300)은 정답 청크의 90% 에 입원 목록이 섞임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2951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Art. 10(2)(c)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350008" y="2295144"/>
            <a:ext cx="9046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 = 800. 최장 섹션(715자)이 통째로 들어감. 검색 기준 최적화는 S07 에서 재검토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07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Art. 10(2)(h)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2807208"/>
            <a:ext cx="9046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토크나이저를 소문자·구두점 제거로 교체. 기본값은 약 이름을 못 찾음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703320"/>
            <a:ext cx="3503066" cy="2057400"/>
          </a:xfrm>
          <a:prstGeom prst="roundRect">
            <a:avLst>
              <a:gd name="adj" fmla="val 3111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3849624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" y="4133088"/>
            <a:ext cx="31007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03 · 04 · 10 번 질문 실행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1위 청크의 section 기록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doc_id 필터 적용 비교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4314" y="3703320"/>
            <a:ext cx="3503066" cy="2057400"/>
          </a:xfrm>
          <a:prstGeom prst="roundRect">
            <a:avLst>
              <a:gd name="adj" fmla="val 3111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45482" y="3849624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45482" y="4133088"/>
            <a:ext cx="31007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출처 표시 프롬프트 연결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노트북 4_2 의 MRR 로 21개 정답 채점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합성 문서 30건으로 확대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21701" y="3703320"/>
            <a:ext cx="3503066" cy="2057400"/>
          </a:xfrm>
          <a:prstGeom prst="roundRect">
            <a:avLst>
              <a:gd name="adj" fmla="val 3111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2869" y="3849624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322869" y="4133088"/>
            <a:ext cx="31007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S06 · 근거 없을 때 거부 (05·06·10)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S07 · Ragas 대신 결정적 채점 유지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MIMIC-IV-Note 인증 후 재검증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89788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589788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결론: 의료 문서 RAG 에서는 청크 크기보다 청크 경계가 먼저다.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02  ·  RAG 구축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2026-09-20T11:40:39Z</dcterms:created>
  <dcterms:modified xsi:type="dcterms:W3CDTF">2026-09-20T11:40:39Z</dcterms:modified>
</cp:coreProperties>
</file>